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</a:rPr>
              <a:t>UNDERWORLD ENGINE • TEAM BRIEFING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EF3C7"/>
                </a:solidFill>
              </a:rPr>
              <a:t>ESCAPE FROM TARTARUS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Complete Game Overview &amp; 3-Round Journey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2514600" cy="1005840"/>
          </a:xfrm>
          <a:prstGeom prst="roundRect">
            <a:avLst>
              <a:gd name="adj" fmla="val 7273"/>
            </a:avLst>
          </a:prstGeom>
          <a:solidFill>
            <a:srgbClr val="141A2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83080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</a:rPr>
              <a:t>0. LOBBY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20116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2E8F0"/>
                </a:solidFill>
              </a:rPr>
              <a:t>Crew Assembly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3-Emoji Keypad &amp; Roles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65576" y="1691640"/>
            <a:ext cx="2514600" cy="1005840"/>
          </a:xfrm>
          <a:prstGeom prst="roundRect">
            <a:avLst>
              <a:gd name="adj" fmla="val 7273"/>
            </a:avLst>
          </a:prstGeom>
          <a:solidFill>
            <a:srgbClr val="141A2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57016" y="1783080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</a:rPr>
              <a:t>1. ROUND 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557016" y="20116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2E8F0"/>
                </a:solidFill>
              </a:rPr>
              <a:t>Shattered Tablet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57016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Physical Phone Puzzle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99632" y="1691640"/>
            <a:ext cx="2514600" cy="1005840"/>
          </a:xfrm>
          <a:prstGeom prst="roundRect">
            <a:avLst>
              <a:gd name="adj" fmla="val 7273"/>
            </a:avLst>
          </a:prstGeom>
          <a:solidFill>
            <a:srgbClr val="141A2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91072" y="1783080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</a:rPr>
              <a:t>2. ROUND 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291072" y="20116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2E8F0"/>
                </a:solidFill>
              </a:rPr>
              <a:t>Shades in Mist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91072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Social Dilemma &amp; Bluffing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933688" y="1691640"/>
            <a:ext cx="2514600" cy="1005840"/>
          </a:xfrm>
          <a:prstGeom prst="roundRect">
            <a:avLst>
              <a:gd name="adj" fmla="val 7273"/>
            </a:avLst>
          </a:prstGeom>
          <a:solidFill>
            <a:srgbClr val="141A2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25128" y="1783080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</a:rPr>
              <a:t>3. ROUND 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25128" y="20116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2E8F0"/>
                </a:solidFill>
              </a:rPr>
              <a:t>Styx Escape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025128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1,000m Vessel Royale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31520" y="2926080"/>
            <a:ext cx="5257800" cy="3337560"/>
          </a:xfrm>
          <a:prstGeom prst="roundRect">
            <a:avLst>
              <a:gd name="adj" fmla="val 2192"/>
            </a:avLst>
          </a:prstGeom>
          <a:solidFill>
            <a:srgbClr val="141A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310896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EF3C7"/>
                </a:solidFill>
              </a:rPr>
              <a:t>👥 The 5-Player Crews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60120" y="3566160"/>
            <a:ext cx="4800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2E8F0"/>
                </a:solidFill>
              </a:rPr>
              <a:t>• 5 Distinct Roles: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Navigator, Oracle, Scholar, Torchbearer, Negotiator.
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2E8F0"/>
                </a:solidFill>
              </a:rPr>
              <a:t>• Simple Identity (No Complex Powers):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Roles serve as crew member identities and tablet puzzle slots. Players don't need to learn complicated abilities.
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2E8F0"/>
                </a:solidFill>
              </a:rPr>
              <a:t>• 1-Tap Emoji Joining: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One player creates the crew; teammates join by tapping 3 emojis on screen (e.g. Skull • Bolt • Shield).
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2E8F0"/>
                </a:solidFill>
              </a:rPr>
              <a:t>• Zero Friction: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0B981"/>
                </a:solidFill>
              </a:rPr>
              <a:t>No app to download, no typing, no camera permissions.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199632" y="2926080"/>
            <a:ext cx="5257800" cy="3337560"/>
          </a:xfrm>
          <a:prstGeom prst="roundRect">
            <a:avLst>
              <a:gd name="adj" fmla="val 2192"/>
            </a:avLst>
          </a:prstGeom>
          <a:solidFill>
            <a:srgbClr val="141A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28232" y="310896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EF3C7"/>
                </a:solidFill>
              </a:rPr>
              <a:t>🏆 The Ultimate Objective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28232" y="3566160"/>
            <a:ext cx="4800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2E8F0"/>
                </a:solidFill>
              </a:rPr>
              <a:t>• Rounds 1 &amp; 2 (Points Pool):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Earn points through team physical coordination and tactical room psychology.
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2E8F0"/>
                </a:solidFill>
              </a:rPr>
              <a:t>• Starting Head-Start: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Cumulative points convert directly into starting distance meters on the River Styx in Round 3!
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2E8F0"/>
                </a:solidFill>
              </a:rPr>
              <a:t>• Podium Victory: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59E0B"/>
                </a:solidFill>
              </a:rPr>
              <a:t>First 3 crews to cross the 1,000-meter exit portal win Gold, Silver, and Bronze medals.
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2E8F0"/>
                </a:solidFill>
              </a:rPr>
              <a:t>• Fast &amp; Social: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The whole experience runs in ~25-30 minutes of high-energy pub interaction.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6B6D4"/>
                </a:solidFill>
              </a:rPr>
              <a:t>ROUND 1 • PHYSICAL COOPERATION PUZZLE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EF3C7"/>
                </a:solidFill>
              </a:rPr>
              <a:t>THE SHATTERED TABLET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Tomb Gate Alignment • Duration: ~5 Minutes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5257800" cy="3886200"/>
          </a:xfrm>
          <a:prstGeom prst="roundRect">
            <a:avLst>
              <a:gd name="adj" fmla="val 1882"/>
            </a:avLst>
          </a:prstGeom>
          <a:solidFill>
            <a:srgbClr val="141A2A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745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EF3C7"/>
                </a:solidFill>
              </a:rPr>
              <a:t>🧩 The Story &amp; Mechanic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2331720"/>
            <a:ext cx="48006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2E8F0"/>
                </a:solidFill>
              </a:rPr>
              <a:t>• The Setup: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A locked ancient tomb door blocks Tartarus. A shattered stone tablet lies in front of you.
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2E8F0"/>
                </a:solidFill>
              </a:rPr>
              <a:t>• 5 Slices on 5 Phones: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The tablet is split into 5 vertical slices distributed across the crew's phones (#1 to #5).
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2E8F0"/>
                </a:solidFill>
              </a:rPr>
              <a:t>• Physical Arrangement: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Players must physically place their 5 phones side-by-side in numerical order (#1 to #5) across the table.
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2E8F0"/>
                </a:solidFill>
              </a:rPr>
              <a:t>• The Clue: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59E0B"/>
                </a:solidFill>
              </a:rPr>
              <a:t>Golden fracture lines connect across phone borders to reveal a 2-word codeword (e.g. CRIMSON SHADOW).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99632" y="1691640"/>
            <a:ext cx="5257800" cy="3886200"/>
          </a:xfrm>
          <a:prstGeom prst="roundRect">
            <a:avLst>
              <a:gd name="adj" fmla="val 1882"/>
            </a:avLst>
          </a:prstGeom>
          <a:solidFill>
            <a:srgbClr val="141A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28232" y="18745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EF3C7"/>
                </a:solidFill>
              </a:rPr>
              <a:t>⏱️ Points &amp; Progressive Hints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28232" y="2331720"/>
            <a:ext cx="48006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2E8F0"/>
                </a:solidFill>
              </a:rPr>
              <a:t>• Speed is Rewarded: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Faster team solves earn higher base points (Legendary $\rightarrow$ Swift $\rightarrow$ Steady).
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2E8F0"/>
                </a:solidFill>
              </a:rPr>
              <a:t>• Any Player Can Submit: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Once solved, any teammate can type and submit the codeword on their screen.
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2E8F0"/>
                </a:solidFill>
              </a:rPr>
              <a:t>• Progressive Hints: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Hints unlock at 2m, 3m, and 4m pinpointing who holds the left (#1), right (#5), and center (#3) pieces (-30 PTS penalty each).
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2E8F0"/>
                </a:solidFill>
              </a:rPr>
              <a:t>• Safety Net: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0B981"/>
                </a:solidFill>
              </a:rPr>
              <a:t>50 PTS guaranteed floor ensures every crew passes through the door.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31520" y="5760720"/>
            <a:ext cx="10725912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5870448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EF3C7"/>
                </a:solidFill>
              </a:rPr>
              <a:t>💡 Facilitator Cue: "Don't stay seated staring at your own screen—stand up, place your 5 phones in order 1 to 5, and read the tablet together!"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3F5E"/>
                </a:solidFill>
              </a:rPr>
              <a:t>ROUND 2 • SOCIAL DILEMMA &amp; BLUFFING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EF3C7"/>
                </a:solidFill>
              </a:rPr>
              <a:t>SHADES IN THE MIST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3 Clashes vs Rival Table • Face-to-Face Negotiation • Bluffing Allowed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5257800" cy="3886200"/>
          </a:xfrm>
          <a:prstGeom prst="roundRect">
            <a:avLst>
              <a:gd name="adj" fmla="val 1882"/>
            </a:avLst>
          </a:prstGeom>
          <a:solidFill>
            <a:srgbClr val="141A2A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745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EF3C7"/>
                </a:solidFill>
              </a:rPr>
              <a:t>⚔️ How Each Clash Runs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2331720"/>
            <a:ext cx="48006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</a:rPr>
              <a:t>Your crew faces a rival table across 3 escalating clashes: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E2E8F0"/>
                </a:solidFill>
              </a:rPr>
              <a:t>1. Private Huddle (50s):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</a:rPr>
              <a:t>Whisper at your table. Decide your true stance: Truce or Ambush?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E2E8F0"/>
                </a:solidFill>
              </a:rPr>
              <a:t>2. The Dialogue (40s):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</a:rPr>
              <a:t>Turn to rival table. Look them in the eyes and negotiate across the room. (Bluffing is 100% permitted!).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E2E8F0"/>
                </a:solidFill>
              </a:rPr>
              <a:t>3. Secret Blind Vote (25s):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</a:rPr>
              <a:t>Every player secretly votes on phone. Majority rules (Negotiator breaks ties).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E2E8F0"/>
                </a:solidFill>
              </a:rPr>
              <a:t>4. The Reveal (40s):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59E0B"/>
                </a:solidFill>
              </a:rPr>
              <a:t>Both tables' choices unmask simultaneously on screen!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199632" y="1691640"/>
            <a:ext cx="5257800" cy="3886200"/>
          </a:xfrm>
          <a:prstGeom prst="roundRect">
            <a:avLst>
              <a:gd name="adj" fmla="val 1882"/>
            </a:avLst>
          </a:prstGeom>
          <a:solidFill>
            <a:srgbClr val="141A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28232" y="18745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EF3C7"/>
                </a:solidFill>
              </a:rPr>
              <a:t>⚖️ The Stances &amp; Moral Legacy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28232" y="2331720"/>
            <a:ext cx="48006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59E0B"/>
                </a:solidFill>
              </a:rPr>
              <a:t>Point Outcomes (Stakes DOUBLE in Clash 2, TRIPLE in Clash 3!):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0B981"/>
                </a:solidFill>
              </a:rPr>
              <a:t>🤝 Mutual Truce: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</a:rPr>
              <a:t>Both crews play peaceful $\rightarrow$ Both win solid, steady points.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43F5E"/>
                </a:solidFill>
              </a:rPr>
              <a:t>🗡️ The Backstab: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</a:rPr>
              <a:t>Ambush beats Truce $\rightarrow$ Betrayer steals massive points; victim gets 0!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59E0B"/>
                </a:solidFill>
              </a:rPr>
              <a:t>💥 Mutual Brawl: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</a:rPr>
              <a:t>Both crews attack $\rightarrow$ Both walk away with scraps.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EF3C7"/>
                </a:solidFill>
              </a:rPr>
              <a:t>🕊️ Moral Legacy in Round 3:
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2E8F0"/>
                </a:solidFill>
              </a:rPr>
              <a:t>• Honourable (3 Truces): Athena grants +75m headstart in Round 3!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2E8F0"/>
                </a:solidFill>
              </a:rPr>
              <a:t>• Betrayed: Crew gets a Cerberus revenge token to strike their nemesis!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5760720"/>
            <a:ext cx="10725912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5870448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EF3C7"/>
                </a:solidFill>
              </a:rPr>
              <a:t>💡 Facilitator Cue: "Promises made across the room are not binding. Will you build trust, or cash in on a brutal backstab?"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55F7"/>
                </a:solidFill>
              </a:rPr>
              <a:t>ROUND 3 • THE CLIMAX &amp; ESCAPE ROYALE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EF3C7"/>
                </a:solidFill>
              </a:rPr>
              <a:t>ESCAPE FROM TARTARUS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River Styx Congestion Race • 1,000m to the Exit Portal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3374136" cy="2148840"/>
          </a:xfrm>
          <a:prstGeom prst="roundRect">
            <a:avLst>
              <a:gd name="adj" fmla="val 3404"/>
            </a:avLst>
          </a:prstGeom>
          <a:solidFill>
            <a:srgbClr val="141A2A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783080"/>
            <a:ext cx="30998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</a:rPr>
              <a:t>🚣 The Rowboat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103120"/>
            <a:ext cx="30998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</a:rPr>
              <a:t>SAFE &amp; STEADY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68680" y="2331720"/>
            <a:ext cx="309981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E2E8F0"/>
                </a:solidFill>
              </a:rPr>
              <a:t>• Unlimited Capacity
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E2E8F0"/>
                </a:solidFill>
              </a:rPr>
              <a:t>• Advance: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0B981"/>
                </a:solidFill>
              </a:rPr>
              <a:t>+150m ALWAYS
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4A3B8"/>
                </a:solidFill>
              </a:rPr>
              <a:t>Never capsizes. Reliable steady progress while rivals greedily crash.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407408" y="1691640"/>
            <a:ext cx="3374136" cy="2148840"/>
          </a:xfrm>
          <a:prstGeom prst="roundRect">
            <a:avLst>
              <a:gd name="adj" fmla="val 3404"/>
            </a:avLst>
          </a:prstGeom>
          <a:solidFill>
            <a:srgbClr val="141A2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4568" y="1783080"/>
            <a:ext cx="30998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</a:rPr>
              <a:t>⛵ The Sailboat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44568" y="2103120"/>
            <a:ext cx="30998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</a:rPr>
              <a:t>SPEED VS CROWDS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44568" y="2331720"/>
            <a:ext cx="309981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E2E8F0"/>
                </a:solidFill>
              </a:rPr>
              <a:t>• Max 30% of Fleet
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E2E8F0"/>
                </a:solidFill>
              </a:rPr>
              <a:t>• Advance: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59E0B"/>
                </a:solidFill>
              </a:rPr>
              <a:t>+300m or CAPSIZE (0m)
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4A3B8"/>
                </a:solidFill>
              </a:rPr>
              <a:t>Fast surge! But if too many crews board, the vessel capsizes into the river.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083296" y="1691640"/>
            <a:ext cx="3374136" cy="2148840"/>
          </a:xfrm>
          <a:prstGeom prst="roundRect">
            <a:avLst>
              <a:gd name="adj" fmla="val 3404"/>
            </a:avLst>
          </a:prstGeom>
          <a:solidFill>
            <a:srgbClr val="141A2A"/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0456" y="1783080"/>
            <a:ext cx="30998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5F7"/>
                </a:solidFill>
              </a:rPr>
              <a:t>⚡ The Ghost Ship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0456" y="2103120"/>
            <a:ext cx="30998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</a:rPr>
              <a:t>SOLO GAMBLE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20456" y="2331720"/>
            <a:ext cx="309981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E2E8F0"/>
                </a:solidFill>
              </a:rPr>
              <a:t>• EXACTLY 1 Crew Only
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E2E8F0"/>
                </a:solidFill>
              </a:rPr>
              <a:t>• Advance: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A855F7"/>
                </a:solidFill>
              </a:rPr>
              <a:t>+450m or CRASH (-50m)
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4A3B8"/>
                </a:solidFill>
              </a:rPr>
              <a:t>Mythic leap! But if 2 or more crews choose it, they collide (-50m penalty).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31520" y="4023360"/>
            <a:ext cx="5257800" cy="2286000"/>
          </a:xfrm>
          <a:prstGeom prst="roundRect">
            <a:avLst>
              <a:gd name="adj" fmla="val 3200"/>
            </a:avLst>
          </a:prstGeom>
          <a:solidFill>
            <a:srgbClr val="141A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1605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EF3C7"/>
                </a:solidFill>
              </a:rPr>
              <a:t>🏁 Deciding the Winners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60120" y="4526280"/>
            <a:ext cx="4800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E2E8F0"/>
                </a:solidFill>
              </a:rPr>
              <a:t>• Starting Head-Start: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</a:rPr>
              <a:t>Points from R1 &amp; R2 convert into starting meters (+75m honor bonus).
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E2E8F0"/>
                </a:solidFill>
              </a:rPr>
              <a:t>• Podium Victory: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59E0B"/>
                </a:solidFill>
              </a:rPr>
              <a:t>First 3 crews across the 1,000m line win Gold, Silver &amp; Bronze medals!
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E2E8F0"/>
                </a:solidFill>
              </a:rPr>
              <a:t>• Sudden Death: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</a:rPr>
              <a:t>Tie-breaker duel (Shields vs Ram vs Sails) if crews cross together.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99632" y="4023360"/>
            <a:ext cx="5257800" cy="2286000"/>
          </a:xfrm>
          <a:prstGeom prst="roundRect">
            <a:avLst>
              <a:gd name="adj" fmla="val 3200"/>
            </a:avLst>
          </a:prstGeom>
          <a:solidFill>
            <a:srgbClr val="141A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28232" y="41605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EF3C7"/>
                </a:solidFill>
              </a:rPr>
              <a:t>🐕 Cerberus Revenge Attack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28232" y="4526280"/>
            <a:ext cx="4800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E2E8F0"/>
                </a:solidFill>
              </a:rPr>
              <a:t>• Retaliation for Betrayal: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</a:rPr>
              <a:t>Teams backstabbed in Round 2 hold a Cerberus honey-cake treat.
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E2E8F0"/>
                </a:solidFill>
              </a:rPr>
              <a:t>• The Interception: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</a:rPr>
              <a:t>Guess which boat your nemesis will pick this wave. If correct:
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43F5E"/>
                </a:solidFill>
              </a:rPr>
              <a:t>  ➔ Nemesis dragged back -150m!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43F5E"/>
                </a:solidFill>
              </a:rPr>
              <a:t>  ➔ Your crew surges forward +150m!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</a:rPr>
              <a:t>FACILITATOR CHEATSHEET • AT A GLANCE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EF3C7"/>
                </a:solidFill>
              </a:rPr>
              <a:t>SESSION RUNNING GUIDE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Total Event Runtime: ~25 - 30 Minutes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3749040"/>
        </p:xfrm>
        <a:graphic>
          <a:graphicData uri="http://schemas.openxmlformats.org/drawingml/2006/table">
            <a:tbl>
              <a:tblPr/>
              <a:tblGrid>
                <a:gridCol w="2681478"/>
                <a:gridCol w="2681478"/>
                <a:gridCol w="2681478"/>
                <a:gridCol w="2681478"/>
              </a:tblGrid>
              <a:tr h="9372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59E0B"/>
                          </a:solidFill>
                        </a:rPr>
                        <a:t>ROUND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59E0B"/>
                          </a:solidFill>
                        </a:rPr>
                        <a:t>CORE ACTIVITY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59E0B"/>
                          </a:solidFill>
                        </a:rPr>
                        <a:t>HOW POINTS / PROGRESS WORK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59E0B"/>
                          </a:solidFill>
                        </a:rPr>
                        <a:t>COMPLETION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9372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E2E8F0"/>
                          </a:solidFill>
                        </a:rPr>
                        <a:t>1. Shattered Tablet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E2E8F0"/>
                          </a:solidFill>
                        </a:rPr>
                        <a:t>(~5 min)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94A3B8"/>
                          </a:solidFill>
                        </a:rPr>
                        <a:t>Place 5 phones side-by-side in order (#1 to #5) across the table to connect carved lines.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94A3B8"/>
                          </a:solidFill>
                        </a:rPr>
                        <a:t>Fast solve = top points (up to 300). Progressive hints cost -30 PTS each. 50 PTS floor.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</a:rPr>
                        <a:t>2-word codeword entered or timer expires.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A"/>
                    </a:solidFill>
                  </a:tcPr>
                </a:tc>
              </a:tr>
              <a:tr h="9372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E2E8F0"/>
                          </a:solidFill>
                        </a:rPr>
                        <a:t>2. Shades in Mist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E2E8F0"/>
                          </a:solidFill>
                        </a:rPr>
                        <a:t>(~8 min)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94A3B8"/>
                          </a:solidFill>
                        </a:rPr>
                        <a:t>Face rival table across 3 clashes. Whisper in huddle, negotiate across room, vote secretly.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94A3B8"/>
                          </a:solidFill>
                        </a:rPr>
                        <a:t>Truce = steady points. Backstab = massive points or 0. Stakes triple in Clash 3.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</a:rPr>
                        <a:t>All 3 clashes resolved. Sets R3 headstart &amp; revenge tokens.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A"/>
                    </a:solidFill>
                  </a:tcPr>
                </a:tc>
              </a:tr>
              <a:tr h="9372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E2E8F0"/>
                          </a:solidFill>
                        </a:rPr>
                        <a:t>3. Styx Escape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E2E8F0"/>
                          </a:solidFill>
                        </a:rPr>
                        <a:t>(~8 min)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94A3B8"/>
                          </a:solidFill>
                        </a:rPr>
                        <a:t>Pick vessels secretly (Rowboat: safe, Sailboat: 30% cap, Ghost Ship: solo).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94A3B8"/>
                          </a:solidFill>
                        </a:rPr>
                        <a:t>Points become river meters. Avoid congestion and unleash Cerberus revenge.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59E0B"/>
                          </a:solidFill>
                        </a:rPr>
                        <a:t>Top 3 crews cross 1,000m to win Gold, Silver &amp; Bronze medals!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31520" y="5669280"/>
            <a:ext cx="10725912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5806440"/>
            <a:ext cx="103601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EF3C7"/>
                </a:solidFill>
              </a:rPr>
              <a:t>🎮 Host Operations: Game Master advances rounds at /admin • Players play at / • Solo sandbox at /test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Underworld: The Stygian Trials - Team Briefing</dc:title>
  <dc:subject>PptxGenJS Presentation</dc:subject>
  <dc:creator>Game Master Team</dc:creator>
  <cp:lastModifiedBy>Game Master Team</cp:lastModifiedBy>
  <cp:revision>1</cp:revision>
  <dcterms:created xsi:type="dcterms:W3CDTF">2026-10-24T00:29:40Z</dcterms:created>
  <dcterms:modified xsi:type="dcterms:W3CDTF">2026-10-24T00:29:40Z</dcterms:modified>
</cp:coreProperties>
</file>