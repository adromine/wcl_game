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UNDERWORLD ENGINE • TEAM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3C7"/>
                </a:solidFill>
              </a:rPr>
              <a:t>ESCAPE FROM TARTARUS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Complete Game Flow &amp; 3-Round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15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0. LOBBY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Crew Assembly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3-Emoji Keypad &amp; 5 Roles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15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1. ROUND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Shattered Tablet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Physical Phone Alignment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15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2. ROUND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Shades in Mist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Social Dilemma &amp; Bluffing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9640" y="1920240"/>
            <a:ext cx="2423160" cy="1097280"/>
          </a:xfrm>
          <a:prstGeom prst="roundRect">
            <a:avLst>
              <a:gd name="adj" fmla="val 8333"/>
            </a:avLst>
          </a:prstGeom>
          <a:solidFill>
            <a:srgbClr val="15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011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3. ROUND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41080" y="2286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Styx Escape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41080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1,000m Vessel Royale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F3C7"/>
                </a:solidFill>
              </a:rPr>
              <a:t>👥 The 5-Player Crews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5 Crew Member Identities: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Navigator, Oracle, Scholar, Torchbearer, Negotiator (roles serve as identity and tablet slots; no complex powers to memorize).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1-Tap Emoji Joining: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One teammate creates the crew; others tap a 3-emoji code (e.g. Skull • Bolt • Shield) on screen.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Frictionless: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No app downloads, no typing, no camera permissions required.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2918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F3C7"/>
                </a:solidFill>
              </a:rPr>
              <a:t>🏆 The Grand Objective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Rounds 1 &amp; 2 (Point Accumulation):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Earn points through team physical coordination and tactical room psychology.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Starting Head-Start: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Cumulative points convert into a starting distance head-start on the River Styx in Round 3!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Podium Victory: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9E0B"/>
                </a:solidFill>
              </a:rPr>
              <a:t>First 3 crews to cross the 1,000-meter portal win Gold, Silver, and Bronze medals.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</a:rPr>
              <a:t>ROUND 1 • PHYSICAL COOPERATION PUZZLE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3C7"/>
                </a:solidFill>
              </a:rPr>
              <a:t>THE SHATTERED TABLET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Tomb Gate Alignment • Duration: ~5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151B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3C7"/>
                </a:solidFill>
              </a:rPr>
              <a:t>🧩 The Mechanic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The Setup: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 locked ancient tomb door blocks Tartarus. A shattered stone tablet lies in front of you.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5 Slices across 5 Phones: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The tablet is split into 5 vertical slices distributed across the crew's phones (Slots #1 to #5).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Physical Arrangement: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Players must physically place their 5 phones side-by-side in numerical order (#1 to #5) across the table.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The Clue: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9E0B"/>
                </a:solidFill>
              </a:rPr>
              <a:t>Carved fracture lines align across screen borders to reveal a 2-word ancient codeword (e.g. CRIMSON SHADOW).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3C7"/>
                </a:solidFill>
              </a:rPr>
              <a:t>⏱️ Points &amp; Progressive Hints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5603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Speed is Rewarded: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Fastest solves earn maximum points (Legendary: 300 PTS, Swift: 250 PTS, Steady: 200 PTS).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Anyone Can Submit: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Any player in the crew can type and submit the codeword once solved.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Stuck? Timed Hints: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Hints unlock at 2m, 3m, and 4m pinpointing who holds the left (#1), right (#5), and center (#3) pieces (-30 PTS penalty each).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• Guaranteed Safety Floor: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B981"/>
                </a:solidFill>
              </a:rPr>
              <a:t>50 PTS minimum floor ensures every crew passes through the door.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F3C7"/>
                </a:solidFill>
              </a:rPr>
              <a:t>💡 Facilitator Cue: "Don't stay seated staring at your own screen—stand up, place your 5 phones in order 1 to 5, and read the tablet together!"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</a:rPr>
              <a:t>ROUND 2 • SOCIAL DILEMMA &amp; BLUFFING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3C7"/>
                </a:solidFill>
              </a:rPr>
              <a:t>SHADES IN THE MIST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3 Clashes vs Rival Table • Face-to-Face Negotiation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51B2E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3C7"/>
                </a:solidFill>
              </a:rPr>
              <a:t>⚔️ How Each Clash Runs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Your crew faces an opposing table across 3 escalating clashes: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2E8F0"/>
                </a:solidFill>
              </a:rPr>
              <a:t>1. Private Huddle (50s):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Whisper at your table. Decide your true stance: Truce or Ambush?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2E8F0"/>
                </a:solidFill>
              </a:rPr>
              <a:t>2. The Dialogue (40s):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Turn to the rival table. Look them in the eyes and negotiate your pact across the room. (Bluffing is 100% permitted!).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2E8F0"/>
                </a:solidFill>
              </a:rPr>
              <a:t>3. Secret Blind Vote (25s):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Every player secretly votes on their phone. Majority rules (Negotiator breaks 2-2 ties).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2E8F0"/>
                </a:solidFill>
              </a:rPr>
              <a:t>4. The Reveal (40s):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9E0B"/>
                </a:solidFill>
              </a:rPr>
              <a:t>Both tables' decisions are unmasked simultaneously on screen!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F3C7"/>
                </a:solidFill>
              </a:rPr>
              <a:t>⚖️ The Stances &amp; Moral Legacy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5603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Point Outcomes (Stakes DOUBLE in Clash 2, TRIPLE in Clash 3!):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🤝 Mutual Truce (Truce vs Truce):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Both teams play honorably $\rightarrow$ Both win solid, safe points.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3F5E"/>
                </a:solidFill>
              </a:rPr>
              <a:t>🗡️ The Backstab (Ambush vs Truce):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The betrayer steals massive points; the peaceful victim gets 0!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💥 Mutual Brawl (Ambush vs Ambush):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Both tables try to backstab $\rightarrow$ Both walk away with crumbs.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EF3C7"/>
                </a:solidFill>
              </a:rPr>
              <a:t>🕊️ Moral Legacy in Round 3: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Honourable (3 Truces): Athena grants +75m headstart in Round 3!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Betrayed: Crew gets a Cerberus revenge token to strike their nemesis!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ROUND 3 • THE CLIMAX &amp; ESCAPE ROYALE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3C7"/>
                </a:solidFill>
              </a:rPr>
              <a:t>ESCAPE FROM TARTARUS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River Styx Congestion Race • 1,000m to the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51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🚣 The Rowboat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SAFE &amp; STEADY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Unlimited Capacity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Outcome: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+150m ALWAYS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Never capsizes. Reliable progress while rival crews greedily crash.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5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⛵ The Sailboat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377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SPEED VS CROWDS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Max 30% of Fleet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Outcome: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+300m or CAPSIZE (0m)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Fast surge! But if too many crews board, the vessel capsizes.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51B2E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⚡ The Ghost 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77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SOLO GAMBLE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09560" y="2651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EXACTLY 1 Crew Only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Outcome: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A855F7"/>
                </a:solidFill>
              </a:rPr>
              <a:t>+450m or CRASH (-50m)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Mythic leap! But if 2 or more crews choose it, they collide (-50m).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3C7"/>
                </a:solidFill>
              </a:rPr>
              <a:t>🏁 Deciding the Winners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Starting Line: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Total points from R1 &amp; R2 convert into starting meters (+75m if honorable).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The Victory Gate: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59E0B"/>
                </a:solidFill>
              </a:rPr>
              <a:t>First 3 crews to reach 1,000m win Gold, Silver &amp; Bronze medals!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Sudden Death: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Tie-breaker standoff (Shields vs Ram vs Sails) if crews cross together.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4805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5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3C7"/>
                </a:solidFill>
              </a:rPr>
              <a:t>🐕 Cerberus Revenge Attack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937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Revenge for Betrayal: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Teams backstabbed in Round 2 hold a Cerberus honey-cake treat.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• The Interception: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Guess which boat your nemesis will take. If you predict correctly: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43F5E"/>
                </a:solidFill>
              </a:rPr>
              <a:t>  ➔ Nemesis dragged back -150m!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43F5E"/>
                </a:solidFill>
              </a:rPr>
              <a:t>  ➔ Your crew surges forward +150m!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FACILITATOR CHEATSHEET •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F3C7"/>
                </a:solidFill>
              </a:rPr>
              <a:t>SESSION RUNNING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Total Event Runtime: ~25 - 30 Minutes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34747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ROUND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CORE ACTIVITY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HOW POINTS / PROGRESS WORK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ROUND COMPLETION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1. Shattered Tablet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(~5 min)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Physically place 5 phones side-by-side in order (#1 to #5) to read codeword.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Fast solve = top points (300). Hints cost -30 PTS each. 50 PTS floor.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Correct 2-word codeword entered or timer expires.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2. Shades in Mist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(~8 min)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Face rival table across 3 clashes. Negotiate in person, vote secretly.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Truce = safe points. Backstab = huge points or 0. Stakes triple in Clash 3.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All 3 clashes resolved. Determines R3 headstart &amp; revenge tokens.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3. Styx Escape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(~8 min)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Pick vessels secretly (Rowboat: safe, Sailboat: 30% cap, Ghost Ship: solo).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Points become river meters. Avoid capsizing and unleash Cerberus revenge.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Top 3 crews cross 1,000m to take Gold, Silver &amp; Bronze medals!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779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3C7"/>
                </a:solidFill>
              </a:rPr>
              <a:t>🎮 Host Operations: Game Master advances rounds at /admin • Players play at / • Solo sandbox at /test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Underworld: The Stygian Trials - Game Briefing</dc:title>
  <dc:subject>PptxGenJS Presentation</dc:subject>
  <dc:creator>Game Master Team</dc:creator>
  <cp:lastModifiedBy>Game Master Team</cp:lastModifiedBy>
  <cp:revision>1</cp:revision>
  <dcterms:created xsi:type="dcterms:W3CDTF">2026-10-24T00:24:00Z</dcterms:created>
  <dcterms:modified xsi:type="dcterms:W3CDTF">2026-10-24T00:24:00Z</dcterms:modified>
</cp:coreProperties>
</file>